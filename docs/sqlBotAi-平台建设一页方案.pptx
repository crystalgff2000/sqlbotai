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/>
              </a:rPr>
              <a:t>AI 数据资产平台（sqlBotAi）建设一页方案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CCE5FF"/>
                </a:solidFill>
                <a:latin typeface="微软雅黑"/>
              </a:rPr>
              <a:t>问口径能答 · 问数据能查  |  2026.07.06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051560"/>
            <a:ext cx="4160520" cy="251460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73152" cy="25146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24712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9C"/>
                </a:solidFill>
                <a:latin typeface="微软雅黑"/>
              </a:rPr>
              <a:t>① 搭建分析思路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435608"/>
            <a:ext cx="3931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痛点定位：数据资产知识碎片化（指标、表、血缘、SQL、经验），业务自助查数门槛高、口径偏差风险大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建设愿景：打造「知识问答 + 受控查数」一体化平台，实现「问口径即答、问数据即得」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核心思路：知识治理先行（指标资产 + 领域参考）→ 受控 SQL 生成（避免幻觉）→ 混合 RAG 检索 → 沙箱安全执行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MVP 策略：线下营销域「进攻/轮动专案」试点，快速打通端到端闭环，再向多业务域扩展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051560"/>
            <a:ext cx="4160520" cy="251460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1051560"/>
            <a:ext cx="73152" cy="2514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1124712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9C"/>
                </a:solidFill>
                <a:latin typeface="微软雅黑"/>
              </a:rPr>
              <a:t>② 分析过程（5 阶段闭环）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1435608"/>
            <a:ext cx="3931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阶段一：Wiki 知识盘点与结构化（176+ 文档，提取指标/表/血缘/领域参考）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阶段二：Skill 提示词工程（意图识别 + mvp-questions + mysql-dialect 方言映射）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阶段三：混合检索增强（DashScope 向量 + 关键词 + 业务同义词 + 领域强制注入）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阶段四：试点场景验证（大区奖励、省区达成率、Top10、区域奖励 4 类问题全流程打通）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阶段五：部署与图谱落地（阿里云 ECS 一键打包 + 知识图谱可视化 + 生产就绪）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703320"/>
            <a:ext cx="2743200" cy="260604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703320"/>
            <a:ext cx="73152" cy="2606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776472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9C"/>
                </a:solidFill>
                <a:latin typeface="微软雅黑"/>
              </a:rPr>
              <a:t>③ 技术栈选型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4087368"/>
            <a:ext cx="2514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后端：Spring Boot 3.2 + Java 17，快速交付企业级 Web 应用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前端：Thymeleaf + Bootstrap，轻量后台无需独立 SPA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智能：LangChain4j 统一接入 DeepSeek（问答/SQL/总结）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检索：DashScope text-embedding-v2，TF-IDF 回退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数据：H2 存元数据，MySQL ADS 查业务明细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执行：Python query_mysql.py 只读沙箱；Nginx + systemd 部署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3703320"/>
            <a:ext cx="2743200" cy="260604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3703320"/>
            <a:ext cx="73152" cy="26060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2" y="3776472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9C"/>
                </a:solidFill>
                <a:latin typeface="微软雅黑"/>
              </a:rPr>
              <a:t>④ 最终落地方案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4087368"/>
            <a:ext cx="2514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统一入口 /knowledge-base：四通路路由（查数→RAG→Wiki→回退）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Wiki 浏览 + 知识图谱可视化，支撑资产发现与关系理解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业务查数：自然语言 → 受控 SQL → 表格结果 + 中文分析 + 来源溯源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线下营销域试点上线，覆盖最终奖励、达成率、区域分析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生产部署：/opt/sqlbotai，Nginx:80 反代，systemd 守护，本地 MySQL 连接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703320"/>
            <a:ext cx="2743200" cy="260604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3703320"/>
            <a:ext cx="73152" cy="2606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3776472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9C"/>
                </a:solidFill>
                <a:latin typeface="微软雅黑"/>
              </a:rPr>
              <a:t>⑤ 困难点与应对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4087368"/>
            <a:ext cx="2514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SQL 准确性：字段臆造、同义词未对齐 → Wiki 强制注入 + Skill 规则 + 方言对照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口径翻译：Hive/MaxCompute → MySQL 8.4 → mysql-dialect 映射与 schema 校验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粒度关联：奖励表与区域表粒度不同 → 先收敛再 JOIN，防行膨胀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上下文有限：多文档竞争 4000 字上限 → 领域强制路由 + 同义词扩展检索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安全边界：无鉴权、LLM 生成 SQL → 只读沙箱 + 行数/超时限制（待补 SSO）</a:t>
            </a:r>
          </a:p>
          <a:p>
            <a:pPr>
              <a:spcAft>
                <a:spcPts val="3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• 图表未贯通：render_chart.py 已备，Java 流程待接入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46520"/>
            <a:ext cx="8412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666666"/>
                </a:solidFill>
                <a:latin typeface="微软雅黑"/>
              </a:rPr>
              <a:t>技术栈：Spring Boot 3.2 · LangChain4j · DeepSeek · DashScope · H2 · MySQL ADS · Python 查数沙箱 · Nginx/systemd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